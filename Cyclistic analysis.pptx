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  <Relationship Id='rId8' Target='slides/slide3.xml' Type='http://schemas.openxmlformats.org/officeDocument/2006/relationships/slide' />
  <Relationship Id='rId9' Target='slides/slide4.xml' Type='http://schemas.openxmlformats.org/officeDocument/2006/relationships/slide' />
  <Relationship Id='rId10' Target='slides/slide5.xml' Type='http://schemas.openxmlformats.org/officeDocument/2006/relationships/slide' />
  <Relationship Id='rId11' Target='slides/slide6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6' Target='https://public.tableau.com/views/Cyclisticanalysis_17907655768570/Overview' TargetMode='External' Type='http://schemas.openxmlformats.org/officeDocument/2006/relationships/hyperlink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3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8' Target='../media/image2.png' Type='http://schemas.openxmlformats.org/officeDocument/2006/relationships/image' />
</Relationships>

</file>

<file path=ppt/slides/_rels/slide4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9' Target='../media/image3.png' Type='http://schemas.openxmlformats.org/officeDocument/2006/relationships/image' />
</Relationships>

</file>

<file path=ppt/slides/_rels/slide5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0' Target='../media/image4.png' Type='http://schemas.openxmlformats.org/officeDocument/2006/relationships/image' />
</Relationships>

</file>

<file path=ppt/slides/_rels/slide6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11' Target='../media/image5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EE99CA5A-3966-4964-9ED1-B36714DE0153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 dirty="0" lang="en-us">
                <a:hlinkClick r:id="rId6"/>
              </a:rPr>
              <a:t>Cyclistic analysis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F3980055-8305-4860-A802-0D23960AD37C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9/30/2026 1:31:51 PM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Overview" id="2" name="slide2">
            <a:extLst>
              <a:ext uri="{FF2B5EF4-FFF2-40B4-BE49-F238E27FC236}">
                <a16:creationId xmlns:a16="http://schemas.microsoft.com/office/drawing/2014/main" id="{F54E814B-1885-49B0-8818-B24730FD4B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856" y="0"/>
            <a:ext cx="8574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onth analysis" id="3" name="slide3">
            <a:extLst>
              <a:ext uri="{FF2B5EF4-FFF2-40B4-BE49-F238E27FC236}">
                <a16:creationId xmlns:a16="http://schemas.microsoft.com/office/drawing/2014/main" id="{0B4E37FD-63E6-45B6-84B8-3731DEFA803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856" y="0"/>
            <a:ext cx="8574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Weekday analysis" id="4" name="slide4">
            <a:extLst>
              <a:ext uri="{FF2B5EF4-FFF2-40B4-BE49-F238E27FC236}">
                <a16:creationId xmlns:a16="http://schemas.microsoft.com/office/drawing/2014/main" id="{E40A99D1-6FBC-40A8-B21B-5C3F58E9B14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856" y="0"/>
            <a:ext cx="8574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our analysis" id="5" name="slide5">
            <a:extLst>
              <a:ext uri="{FF2B5EF4-FFF2-40B4-BE49-F238E27FC236}">
                <a16:creationId xmlns:a16="http://schemas.microsoft.com/office/drawing/2014/main" id="{E47A114F-B8A3-4372-8C10-24DA31B26C4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856" y="0"/>
            <a:ext cx="8574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tions" id="6" name="slide6">
            <a:extLst>
              <a:ext uri="{FF2B5EF4-FFF2-40B4-BE49-F238E27FC236}">
                <a16:creationId xmlns:a16="http://schemas.microsoft.com/office/drawing/2014/main" id="{7028CEFA-11BE-4580-A753-4D024856339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856" y="0"/>
            <a:ext cx="85742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2026-09-30T13:31:51Z</dcterms:created>
  <dcterms:modified xsi:type="dcterms:W3CDTF">2026-09-30T13:31:51Z</dcterms:modified>
</cp:coreProperties>
</file>